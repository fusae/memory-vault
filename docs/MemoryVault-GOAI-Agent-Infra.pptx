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4364c29cfc457f" /><Relationship Type="http://schemas.openxmlformats.org/officeDocument/2006/relationships/extended-properties" Target="/docProps/app.xml" Id="R57e4ec92817c4bec" /><Relationship Type="http://schemas.openxmlformats.org/officeDocument/2006/relationships/officeDocument" Target="/ppt/presentation.xml" Id="Rcb0bfe459114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45632c0ae2493f"/>
  </p:sldMasterIdLst>
  <p:notesMasterIdLst>
    <p:notesMasterId xmlns:r="http://schemas.openxmlformats.org/officeDocument/2006/relationships" r:id="Rfdd0f6cc4f754b1b"/>
  </p:notesMasterIdLst>
  <p:sldIdLst>
    <p:sldId xmlns:r="http://schemas.openxmlformats.org/officeDocument/2006/relationships" id="256" r:id="R269f1542511745d7"/>
    <p:sldId xmlns:r="http://schemas.openxmlformats.org/officeDocument/2006/relationships" id="257" r:id="Re9febf603b334ec8"/>
    <p:sldId xmlns:r="http://schemas.openxmlformats.org/officeDocument/2006/relationships" id="258" r:id="Ra7f880baeb224e56"/>
    <p:sldId xmlns:r="http://schemas.openxmlformats.org/officeDocument/2006/relationships" id="259" r:id="Rd8a35f8739dd4b29"/>
    <p:sldId xmlns:r="http://schemas.openxmlformats.org/officeDocument/2006/relationships" id="260" r:id="Rd115a7f5fcc2489e"/>
    <p:sldId xmlns:r="http://schemas.openxmlformats.org/officeDocument/2006/relationships" id="261" r:id="R3a1ad28968584ef6"/>
    <p:sldId xmlns:r="http://schemas.openxmlformats.org/officeDocument/2006/relationships" id="262" r:id="R016c2d2949b84276"/>
    <p:sldId xmlns:r="http://schemas.openxmlformats.org/officeDocument/2006/relationships" id="263" r:id="R636e1689e7614151"/>
    <p:sldId xmlns:r="http://schemas.openxmlformats.org/officeDocument/2006/relationships" id="264" r:id="R79f9931e21884592"/>
    <p:sldId xmlns:r="http://schemas.openxmlformats.org/officeDocument/2006/relationships" id="265" r:id="Rce87507b4c574bdf"/>
    <p:sldId xmlns:r="http://schemas.openxmlformats.org/officeDocument/2006/relationships" id="266" r:id="R5a8fe770d48e4068"/>
    <p:sldId xmlns:r="http://schemas.openxmlformats.org/officeDocument/2006/relationships" id="267" r:id="R96323512ed4f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9a880f501b4ff3" /><Relationship Type="http://schemas.openxmlformats.org/officeDocument/2006/relationships/slideMaster" Target="/ppt/slideMasters/slideMaster1.xml" Id="R9f45632c0ae2493f" /><Relationship Type="http://schemas.openxmlformats.org/officeDocument/2006/relationships/notesMaster" Target="/ppt/notesMasters/notesMaster1.xml" Id="Rfdd0f6cc4f754b1b" /><Relationship Type="http://schemas.openxmlformats.org/officeDocument/2006/relationships/presProps" Target="/ppt/presProps.xml" Id="Rdcef8418123d4dd4" /><Relationship Type="http://schemas.openxmlformats.org/officeDocument/2006/relationships/tableStyles" Target="/ppt/tableStyles.xml" Id="R94423d3bcf204c35" /><Relationship Type="http://schemas.openxmlformats.org/officeDocument/2006/relationships/slide" Target="/ppt/slides/slide1.xml" Id="R269f1542511745d7" /><Relationship Type="http://schemas.openxmlformats.org/officeDocument/2006/relationships/slide" Target="/ppt/slides/slide2.xml" Id="Re9febf603b334ec8" /><Relationship Type="http://schemas.openxmlformats.org/officeDocument/2006/relationships/slide" Target="/ppt/slides/slide3.xml" Id="Ra7f880baeb224e56" /><Relationship Type="http://schemas.openxmlformats.org/officeDocument/2006/relationships/slide" Target="/ppt/slides/slide4.xml" Id="Rd8a35f8739dd4b29" /><Relationship Type="http://schemas.openxmlformats.org/officeDocument/2006/relationships/slide" Target="/ppt/slides/slide5.xml" Id="Rd115a7f5fcc2489e" /><Relationship Type="http://schemas.openxmlformats.org/officeDocument/2006/relationships/slide" Target="/ppt/slides/slide6.xml" Id="R3a1ad28968584ef6" /><Relationship Type="http://schemas.openxmlformats.org/officeDocument/2006/relationships/slide" Target="/ppt/slides/slide7.xml" Id="R016c2d2949b84276" /><Relationship Type="http://schemas.openxmlformats.org/officeDocument/2006/relationships/slide" Target="/ppt/slides/slide8.xml" Id="R636e1689e7614151" /><Relationship Type="http://schemas.openxmlformats.org/officeDocument/2006/relationships/slide" Target="/ppt/slides/slide9.xml" Id="R79f9931e21884592" /><Relationship Type="http://schemas.openxmlformats.org/officeDocument/2006/relationships/slide" Target="/ppt/slides/slide10.xml" Id="Rce87507b4c574bdf" /><Relationship Type="http://schemas.openxmlformats.org/officeDocument/2006/relationships/slide" Target="/ppt/slides/slide11.xml" Id="R5a8fe770d48e4068" /><Relationship Type="http://schemas.openxmlformats.org/officeDocument/2006/relationships/slide" Target="/ppt/slides/slide12.xml" Id="R96323512ed4f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adccc1cd18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a71ce244d4c26" /><Relationship Type="http://schemas.openxmlformats.org/officeDocument/2006/relationships/notesMaster" Target="/ppt/notesMasters/notesMaster1.xml" Id="R972a2ad0fe8d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d9bf5988364b3e" /><Relationship Type="http://schemas.openxmlformats.org/officeDocument/2006/relationships/notesMaster" Target="/ppt/notesMasters/notesMaster1.xml" Id="Rea227ac5f98a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50cee281141ea" /><Relationship Type="http://schemas.openxmlformats.org/officeDocument/2006/relationships/notesMaster" Target="/ppt/notesMasters/notesMaster1.xml" Id="Re46a70e46c85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470e01a4d9476a" /><Relationship Type="http://schemas.openxmlformats.org/officeDocument/2006/relationships/notesMaster" Target="/ppt/notesMasters/notesMaster1.xml" Id="R27f255a20b2048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153e5f60d8416a" /><Relationship Type="http://schemas.openxmlformats.org/officeDocument/2006/relationships/notesMaster" Target="/ppt/notesMasters/notesMaster1.xml" Id="Rd28f9e9ffa114d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b9c517453f4e63" /><Relationship Type="http://schemas.openxmlformats.org/officeDocument/2006/relationships/notesMaster" Target="/ppt/notesMasters/notesMaster1.xml" Id="R6ef42c3188464c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5860e55baa48ad" /><Relationship Type="http://schemas.openxmlformats.org/officeDocument/2006/relationships/notesMaster" Target="/ppt/notesMasters/notesMaster1.xml" Id="Rbfb3c7dc106341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fdf0b1f0d47f0" /><Relationship Type="http://schemas.openxmlformats.org/officeDocument/2006/relationships/notesMaster" Target="/ppt/notesMasters/notesMaster1.xml" Id="Re135d8b932e0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358bded12546cd" /><Relationship Type="http://schemas.openxmlformats.org/officeDocument/2006/relationships/notesMaster" Target="/ppt/notesMasters/notesMaster1.xml" Id="Rfa602b6f426a47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a1919cdc124c3d" /><Relationship Type="http://schemas.openxmlformats.org/officeDocument/2006/relationships/notesMaster" Target="/ppt/notesMasters/notesMaster1.xml" Id="Rbee485e557f142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a2276bdfc2475d" /><Relationship Type="http://schemas.openxmlformats.org/officeDocument/2006/relationships/notesMaster" Target="/ppt/notesMasters/notesMaster1.xml" Id="R91c465cb862a4f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8e091c8d9f4928" /><Relationship Type="http://schemas.openxmlformats.org/officeDocument/2006/relationships/notesMaster" Target="/ppt/notesMasters/notesMaster1.xml" Id="R5a945bf3a057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GOAI 赛道强调多 Agent 在复杂约束下的上下文传递、验证、证据沉淀与安全审计。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  <a:p xmlns:a="http://schemas.openxmlformats.org/drawingml/2006/main">
            <a:r>
              <a:t>- https://github.com/agentscope-ai/AgentTeams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  <a:p xmlns:a="http://schemas.openxmlformats.org/drawingml/2006/main">
            <a:r>
              <a:t>- https://github.com/agentscope-ai/AgentTeams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https://github.com/agentscope-ai/AgentTeams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</a:t>
            </a:r>
          </a:p>
          <a:p xmlns:a="http://schemas.openxmlformats.org/drawingml/2006/main">
            <a:r>
              <a:t>- https://github.com/fusae/Memory-Vault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https://github.com/fusae/Memory-Vault</a:t>
            </a:r>
          </a:p>
          <a:p xmlns:a="http://schemas.openxmlformats.org/drawingml/2006/main">
            <a:r>
              <a:t>- https://www.goaihz.com/tracks?track=infra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7a0f26d6d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5e66bc1f3410a" /><Relationship Type="http://schemas.openxmlformats.org/officeDocument/2006/relationships/slideLayout" Target="/ppt/slideLayouts/slideLayout1.xml" Id="R6f5a24897b3d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5a24897b3d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a917395bb497a" /><Relationship Type="http://schemas.openxmlformats.org/officeDocument/2006/relationships/notesSlide" Target="/ppt/notesSlides/notesSlide1.xml" Id="R1fd1d50d971242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dd24f7574041" /><Relationship Type="http://schemas.openxmlformats.org/officeDocument/2006/relationships/notesSlide" Target="/ppt/notesSlides/notesSlide2.xml" Id="Rd6088ee29119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516e488974f10" /><Relationship Type="http://schemas.openxmlformats.org/officeDocument/2006/relationships/notesSlide" Target="/ppt/notesSlides/notesSlide3.xml" Id="R705d689f877441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f5967550f482c" /><Relationship Type="http://schemas.openxmlformats.org/officeDocument/2006/relationships/notesSlide" Target="/ppt/notesSlides/notesSlide4.xml" Id="R08d067a738ad44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07a9f9f3249a5" /><Relationship Type="http://schemas.openxmlformats.org/officeDocument/2006/relationships/notesSlide" Target="/ppt/notesSlides/notesSlide5.xml" Id="R20c77084ac7d4f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ff6935e324371" /><Relationship Type="http://schemas.openxmlformats.org/officeDocument/2006/relationships/notesSlide" Target="/ppt/notesSlides/notesSlide6.xml" Id="R13e03c2d2a7644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3c9c73b974e4b" /><Relationship Type="http://schemas.openxmlformats.org/officeDocument/2006/relationships/notesSlide" Target="/ppt/notesSlides/notesSlide7.xml" Id="R75db35f3c73a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f234007c642d0" /><Relationship Type="http://schemas.openxmlformats.org/officeDocument/2006/relationships/notesSlide" Target="/ppt/notesSlides/notesSlide8.xml" Id="R68a11123cec548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26dd185cb4aac" /><Relationship Type="http://schemas.openxmlformats.org/officeDocument/2006/relationships/notesSlide" Target="/ppt/notesSlides/notesSlide9.xml" Id="R8bd8339f7a1a4f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b163c56504734" /><Relationship Type="http://schemas.openxmlformats.org/officeDocument/2006/relationships/notesSlide" Target="/ppt/notesSlides/notesSlide10.xml" Id="Rc431ed164aad45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9a2e7d5904fc3" /><Relationship Type="http://schemas.openxmlformats.org/officeDocument/2006/relationships/notesSlide" Target="/ppt/notesSlides/notesSlide11.xml" Id="Rd5f8a962023c46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4535a1e1d45b4" /><Relationship Type="http://schemas.openxmlformats.org/officeDocument/2006/relationships/notesSlide" Target="/ppt/notesSlides/notesSlide12.xml" Id="R6445475fd94941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D2DC5F9-41AB-4CFB-A6DC-EA08ECA8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MemoryVault
Agent MemoryOps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86B915C-F956-44E4-B298-C0759FD7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让不同员工的 Agent 安全继承客户规则、偏好与执行经验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2FFE81C-438B-4D4E-AEC3-4538EA67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GOAI Agent Infra · 2026</a:t>
            </a:r>
          </a:p>
        </p:txBody>
      </p:sp>
    </p:spTree>
    <p:extLst>
      <p:ext uri="{BB962C8B-B14F-4D97-AF65-F5344CB8AC3E}">
        <p14:creationId xmlns:p14="http://schemas.microsoft.com/office/powerpoint/2010/main" val="2002725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323B732-A5D6-4E17-ADCC-8DD3F61A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2199A91-08A3-4C27-92A8-DBDD4A5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真正的问题不是“能不能存”，而是“会不会稳定使用”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E3466D0-50FD-44E4-9A30-6D05E619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36CF820-97B0-4F71-8188-C82E9CB6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通用 MCP · best-effort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A6ED602-649D-4026-BF92-6DC7928B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依赖模型与提示词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无统一 SessionEnd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适合个人增强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1339911-4EEC-483E-B288-E02F7FB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FA73978-3A0A-4AA8-9D64-429AAB6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Workflow Gateway · enforced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1E0E792-DD6F-40D7-AF70-B390B97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服务端强制召回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角色、审批、回滚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适合关键业务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8E7EB02-1626-4AB6-AF27-5C18D82C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企业交接断点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客户规则散落在员工经验和 Agent 会话中。负责人缺席后，新 Agent 不知道该召回什么，也无法证明使用过哪些规则。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MCP 连接只提供能力，不能保证模型主动调用。</a:t>
            </a:r>
          </a:p>
        </p:txBody>
      </p:sp>
    </p:spTree>
    <p:extLst>
      <p:ext uri="{BB962C8B-B14F-4D97-AF65-F5344CB8AC3E}">
        <p14:creationId xmlns:p14="http://schemas.microsoft.com/office/powerpoint/2010/main" val="1573438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93F2849-A248-4902-9714-C9E711F3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2ADB481-3B6E-4268-B474-91E7A98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医院 A 负责人缺席，同事 Agent 仍能无缝接手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5E64C56-C186-42F6-982A-E76608CD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3228ACE-D419-4BC4-A451-1FA0CA82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C30D350-DC47-44C4-94A5-B369E5B6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2315B90-2585-4BE8-B8E2-C1435BA5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01 · 召回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607E527-99CB-480D-B951-CD5050C0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02 · 执行与审核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67718D2-EED1-446F-BE92-4A0757D6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03 · 发布与沉淀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1646105-B1FE-4875-9EC7-783A29B6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职责分离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Writer 产出工件；Reviewer 独立核对全部 policy_ref。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7AA3E8D-3584-4510-B88F-ACCDFD09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精确空间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只读取 hospital-a-copy 的偏好与当前已审批 Policy。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F30A48E-AC41-4AAF-B514-0C3A5C05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人类负责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客户负责人 Publish 或 Rollback；经验经 Outbox 写回。</a:t>
            </a:r>
          </a:p>
        </p:txBody>
      </p:sp>
    </p:spTree>
    <p:extLst>
      <p:ext uri="{BB962C8B-B14F-4D97-AF65-F5344CB8AC3E}">
        <p14:creationId xmlns:p14="http://schemas.microsoft.com/office/powerpoint/2010/main" val="9942815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554310F-2E15-405F-B88E-3CAF533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5A4645-5414-4280-84CD-733AAB1B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三类 Agent 清晰分工，人工审批是最后责任边界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397A3728-5EF5-4B43-B8F0-3C7D0BBC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MANAGER
拆解任务
启动 Gateway
分配 Writer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44115A9A-B992-4140-A247-44CC6833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WRITER
使用受控上下文
提交版本化 Draft
禁止自审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5289C864-FC76-4FB0-A141-0BFED9D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REVIEWER
核对 approved Policy
给出 findings
等待 Human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97545B88-3BF9-4D6E-ABC9-42CF84F5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D4AFBE35-F8D9-4C2D-87A4-E3C4FFB8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6285ADB3-9408-4259-9B78-DB9933E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9874510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34299-48CE-450B-B2E0-6939E598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85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受控状态机把“记忆自觉”变成“执行义务”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476375" y="2286000"/>
            <a:ext cx="9239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6096000" y="2857500"/>
            <a:ext cx="9525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1952625" y="4857750"/>
            <a:ext cx="8286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97485-0AD2-4116-B476-59D76205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7FE8B-1A2C-4B1C-80CC-ED772BB1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752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065E-B164-496B-B944-D39FF89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4A069-F58A-4A87-8F87-29B5E06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076450"/>
            <a:ext cx="1752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Writer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5334C-0EF6-4045-A529-D1A98B91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5B9CF-97E1-41DA-A8DF-332A504D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1752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Reviewer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0A700-A442-449A-AB4F-DF7BC6EF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1450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4ABDB-3201-42BE-969C-2C651572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076450"/>
            <a:ext cx="1752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Human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02CFC-BA76-4977-8505-5467BB08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86125"/>
            <a:ext cx="4000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CC7EB-DA23-4127-935F-D4E2B3DD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86150"/>
            <a:ext cx="352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Workflow Gateway
强制顺序 · 召回 · 幂等 · 回滚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CE02E-EA7E-4288-9C56-87013633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1735F-37C0-4AE9-9254-D8EFAE95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4382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FB58F-17A1-4D4E-93E7-A5BCDD0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07BFB-6803-4FED-B576-16839346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29175"/>
            <a:ext cx="14382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48DC2-651D-41D6-979B-2D01837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7200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FC42D-9E04-46F4-88B9-C08153B3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29175"/>
            <a:ext cx="14382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6508F-1020-4734-B520-BD0F465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B939F-91E9-4E52-936B-EACA67A4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29175"/>
            <a:ext cx="14382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C763B-56E2-4D48-8315-1E0FD04F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72000"/>
            <a:ext cx="1666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A952C-7E94-449B-B482-23CCF231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829175"/>
            <a:ext cx="14382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2B84F-DF47-4718-9835-309C482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5787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425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tenant_id + project + scope + space_id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0ACDF-7ACB-457D-8AE9-F3E5DDA2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51525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FD5BB6A4-BC7A-4E06-BAB9-450F9593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A81BC4E3-B0B4-4901-AEA8-BA705E8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可靠写入、治理和可追责引用形成 MemoryOps 闭环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FB7C328-2CB2-468B-BB46-234004F6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不可变事件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原始 Agent 行为先脱敏落盘，幂等键阻止重复上报。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3CFC1D1-EA78-4BE9-8B2B-A2B211A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SQLite Outbox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重试、指数退避、租约恢复和 dead_letter 不依赖外部队列。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22C2E05-E82C-4086-8472-A9BA01D5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 Worker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分类、敏感级别、低置信审核、去重与长期记忆分层。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9400F3B-C840-4DB8-8D92-13205A6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版本引用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memory_ref 与 policy_ref 让召回、纠错、审批和审计可追责。</a:t>
            </a:r>
          </a:p>
        </p:txBody>
      </p:sp>
    </p:spTree>
    <p:extLst>
      <p:ext uri="{BB962C8B-B14F-4D97-AF65-F5344CB8AC3E}">
        <p14:creationId xmlns:p14="http://schemas.microsoft.com/office/powerpoint/2010/main" val="19624479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9C193A7-B2C6-49EB-8C6D-D9C9F7CA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4C70954-99C3-4652-BB50-9FDCDA8E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Skill 是稳定能力契约，不是一次性提示词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EF925892-0336-4749-AE11-4C65713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输入输出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task / context
artifact / refs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E56EED4B-189D-42E0-9426-815DC324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调用条件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start / retry
handoff / boundary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8C8BE270-B238-4983-A683-67CC6B2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依赖与失败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MCP / Policy
retry / DLQ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1A8B3B38-3F26-4B03-913B-BEDF9646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版本质量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package v1.0
tests / rollback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B4D8542-688C-480B-9819-6F3A7430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memory-recall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四类触发
精确空间召回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AE7C9775-3C7E-4BFD-9A50-591D2B2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copy-execution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受控上下文
版本化 Draft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E7069184-D820-4FAD-B7FD-8B09B29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policy-validation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独立 Reviewer
Policy 证明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E56D4AAD-2C64-488A-9850-46352E90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postmortem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批准后经验
可靠写回</a:t>
            </a:r>
          </a:p>
        </p:txBody>
      </p:sp>
    </p:spTree>
    <p:extLst>
      <p:ext uri="{BB962C8B-B14F-4D97-AF65-F5344CB8AC3E}">
        <p14:creationId xmlns:p14="http://schemas.microsoft.com/office/powerpoint/2010/main" val="2003519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FA4356F-B5A1-4628-BF30-0DEA649B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5B4551E-0778-42B8-982D-B4EE3CD3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团队共享不以牺牲隐私和权限为代价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FACB3D11-6337-4C9E-8B9F-2E26925A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空间 E2EE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每空间 AES-256-GCM DEK；服务端只见密文。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2F27F44-C6CC-45EB-B3AE-5B4B4395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成员密钥信封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X25519 分发、Ed25519 签名，防止服务器伪造密钥。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E0ED79D-E35F-4A09-93A3-2603ED8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撤销与轮换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撤销 Token 后立即轮换；旧成员无法读取新版本。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AFAC45D-0D7F-41A0-882D-BC5405E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Agent Principal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consumer key 哈希映射；角色、租户、项目、空间与 actor 服务端绑定。</a:t>
            </a:r>
          </a:p>
        </p:txBody>
      </p:sp>
    </p:spTree>
    <p:extLst>
      <p:ext uri="{BB962C8B-B14F-4D97-AF65-F5344CB8AC3E}">
        <p14:creationId xmlns:p14="http://schemas.microsoft.com/office/powerpoint/2010/main" val="2244871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F003207E-8D45-443A-96EA-979A4F15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97B6C4C-2A24-4044-87B0-8F9D363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D094C5A-CD3F-43A2-AD10-665CB7D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D76118C-3AA2-444B-B552-F53501EB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8F25BC7-4CC8-4B50-8513-54CCB5E1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演示输出的是证据，不是“看起来成功”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1E2EAEF-12E3-4DC3-8ABA-E59A33C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MCP Tools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7B4AE4A-AE4A-4275-92F0-767550C6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Team Plaintext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16D5D86-2882-4E1B-AF7C-45C39E97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E2E Audit Events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0E34365-3F8C-4D16-92E7-F6594BEF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FC0BD2A6-5DF6-4038-AA84-BEF295F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A02B09B-4EF7-47A7-A432-190BACEC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BCD9683-2E19-4B95-86BC-59F287E9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确定性医院 A E2E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同一条命令验证召回、Draft、审核、人工批准、经验写回、Outbox 全完成和数据库无团队明文。</a:t>
            </a:r>
          </a:p>
        </p:txBody>
      </p:sp>
    </p:spTree>
    <p:extLst>
      <p:ext uri="{BB962C8B-B14F-4D97-AF65-F5344CB8AC3E}">
        <p14:creationId xmlns:p14="http://schemas.microsoft.com/office/powerpoint/2010/main" val="11215791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999BF1D-0C5F-492F-8E3D-6CE82048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0F8611F2-6074-4128-B37F-852B87F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逐项命中 GOAI Agent Infra 评审标准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4DDC6D2C-5479-4B7F-9579-0B6A3EF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5% 开源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MIT / MCP
文档与示例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5E663DD8-E7EF-4DB5-9544-943EC819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AgentTeams 必选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Manager / Workers
Team YAML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715ABF82-FE1A-4AE7-A84C-F040C746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上下文能力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Memory + Shared State
Trace 可观测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E8213BCE-2EE5-4A9A-961E-746B73E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不堆工具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接口可替换
迁移成本明确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D6C8B40-C398-492A-ABE8-35495A74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25% 场景价值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医院 A 交接
可迁移多行业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C7577DA-074D-4BF5-BB96-C4A152D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25% 协同闭环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3+ Agent
审批与回滚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35B3A38A-A315-477E-85C7-4604FBF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25% Skill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 个核心 Skill
完整工程契约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E51C55F8-508D-432F-9A55-4E386756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20% 工程安全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Principal / Trace
E2EE / RBAC</a:t>
            </a:r>
          </a:p>
        </p:txBody>
      </p:sp>
    </p:spTree>
    <p:extLst>
      <p:ext uri="{BB962C8B-B14F-4D97-AF65-F5344CB8AC3E}">
        <p14:creationId xmlns:p14="http://schemas.microsoft.com/office/powerpoint/2010/main" val="20191883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28A489-B0F8-41A3-8E04-7BD5DA58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8160A47-8BAE-47CF-8B89-6995F87C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从本地可靠内核平滑走向企业部署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A8ABEEC-95EA-4049-8522-BDD6435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28E2AED-FC12-4190-8183-CAD23D3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C74B548-87CC-402E-8686-32866D38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9B427E2-2167-44A3-95DF-2E421D37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5ED515E-405F-445C-BB7C-CCA7F5B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BDA9290-475C-4064-9EDA-1EF3CFD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PRODUCTION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E590C542-51E8-4D4F-879B-E33E9114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运行证据增强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真实 AgentTeams 录像、OTel GenAI、Metrics、故障注入。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00333B03-4E69-43CF-B4A3-B09EA32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可运行闭环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SQLite Outbox、Gateway、E2EE、Dashboard、AgentTeams 示例。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FDD20B0-DD69-43FB-8B89-DB67A2CE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可替换适配器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Higress、RocketMQ、PolarDB；保持 MCP 与事件契约。</a:t>
            </a:r>
          </a:p>
        </p:txBody>
      </p:sp>
    </p:spTree>
    <p:extLst>
      <p:ext uri="{BB962C8B-B14F-4D97-AF65-F5344CB8AC3E}">
        <p14:creationId xmlns:p14="http://schemas.microsoft.com/office/powerpoint/2010/main" val="19271463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26EB019-A689-4424-B8C3-DFBC941A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Agent 换人
记忆不断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0E0E131-ABEC-4367-8001-E2526FB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一键医院 A E2E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Trace + 审批 + 回滚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MCP 兼容 · MIT 开源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8D6F51A-32B6-4534-BE29-C352FDD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可验证结论</a:t>
            </a:r>
          </a:p>
        </p:txBody>
      </p:sp>
    </p:spTree>
    <p:extLst>
      <p:ext uri="{BB962C8B-B14F-4D97-AF65-F5344CB8AC3E}">
        <p14:creationId xmlns:p14="http://schemas.microsoft.com/office/powerpoint/2010/main" val="1853092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2026-08-02T08:32:29.8380000Z</dcterms:created>
  <dcterms:modified xsi:type="dcterms:W3CDTF">2026-08-02T08:32:29.8380000Z</dcterms:modified>
</coreProperties>
</file>